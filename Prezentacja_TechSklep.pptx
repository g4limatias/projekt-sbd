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1E2F52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1E2F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TechSklep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Sklep internetowy - projekt zaliczeniowy z PL/SQL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3794760"/>
            <a:ext cx="3108960" cy="45720"/>
          </a:xfrm>
          <a:prstGeom prst="rect">
            <a:avLst/>
          </a:prstGeom>
          <a:solidFill>
            <a:srgbClr val="0E9E8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19c  ·  PL/SQL  ·  Python / Flask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Autorzy: [Imie Nazwisko], [Imie Nazwisko]   · 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 projektu i stos technologiczny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Zaprojektowanie bazy danych sklepu internetowego wraz z aplikacja kliencka.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Cala logika biznesowa po stronie bazy: pakiety, triggery, role.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Aplikacja komunikuje sie z baza wylacznie przez wywolania pakietow PL/SQL - bez ORM.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30352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1600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Stos technologiczny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629400" y="2286000"/>
            <a:ext cx="201168" cy="201168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0" y="216712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19c + SQL Developer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629400" y="3035808"/>
            <a:ext cx="201168" cy="201168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291693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PL/SQL: pakiety, triggery, role, widoki, sekwencje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629400" y="3785616"/>
            <a:ext cx="201168" cy="201168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366674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 + python-oracledb (tryb thin)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629400" y="4535424"/>
            <a:ext cx="201168" cy="201168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441655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(interfejs)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629400" y="5285232"/>
            <a:ext cx="201168" cy="201168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5166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Hasla hashowane bcryptem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Schemat bazy danych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621024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82296" cy="1371600"/>
          </a:xfrm>
          <a:prstGeom prst="rect">
            <a:avLst/>
          </a:prstGeom>
          <a:solidFill>
            <a:srgbClr val="0E9E8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KLIENCI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07568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 klientow i personelu (rola)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4256" y="1417320"/>
            <a:ext cx="3621024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4256" y="1417320"/>
            <a:ext cx="82296" cy="1371600"/>
          </a:xfrm>
          <a:prstGeom prst="rect">
            <a:avLst/>
          </a:prstGeom>
          <a:solidFill>
            <a:srgbClr val="0E9E8F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160020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KATEGORIE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62856" y="207568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drzewo kategorii (rodzic)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19872" y="1417320"/>
            <a:ext cx="3621024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19872" y="1417320"/>
            <a:ext cx="82296" cy="1371600"/>
          </a:xfrm>
          <a:prstGeom prst="rect">
            <a:avLst/>
          </a:prstGeom>
          <a:solidFill>
            <a:srgbClr val="0E9E8F"/>
          </a:solidFill>
          <a:ln/>
        </p:spPr>
      </p:sp>
      <p:sp>
        <p:nvSpPr>
          <p:cNvPr id="15" name="Text 13"/>
          <p:cNvSpPr/>
          <p:nvPr/>
        </p:nvSpPr>
        <p:spPr>
          <a:xfrm>
            <a:off x="8348472" y="160020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PRODUKTY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48472" y="207568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asortyment, ceny, stan magazynu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953512"/>
            <a:ext cx="3621024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53512"/>
            <a:ext cx="82296" cy="1371600"/>
          </a:xfrm>
          <a:prstGeom prst="rect">
            <a:avLst/>
          </a:prstGeom>
          <a:solidFill>
            <a:srgbClr val="0E9E8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13639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ZAMOWIENIA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61188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naglowek zamowienia + status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34256" y="2953512"/>
            <a:ext cx="3621024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34256" y="2953512"/>
            <a:ext cx="82296" cy="1371600"/>
          </a:xfrm>
          <a:prstGeom prst="rect">
            <a:avLst/>
          </a:prstGeom>
          <a:solidFill>
            <a:srgbClr val="0E9E8F"/>
          </a:solidFill>
          <a:ln/>
        </p:spPr>
      </p:sp>
      <p:sp>
        <p:nvSpPr>
          <p:cNvPr id="23" name="Text 21"/>
          <p:cNvSpPr/>
          <p:nvPr/>
        </p:nvSpPr>
        <p:spPr>
          <a:xfrm>
            <a:off x="4562856" y="313639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POZYCJE_ZAMOWIENIA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62856" y="361188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produkty w zamowieniu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19872" y="2953512"/>
            <a:ext cx="3621024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19872" y="2953512"/>
            <a:ext cx="82296" cy="1371600"/>
          </a:xfrm>
          <a:prstGeom prst="rect">
            <a:avLst/>
          </a:prstGeom>
          <a:solidFill>
            <a:srgbClr val="0E9E8F"/>
          </a:solidFill>
          <a:ln/>
        </p:spPr>
      </p:sp>
      <p:sp>
        <p:nvSpPr>
          <p:cNvPr id="27" name="Text 25"/>
          <p:cNvSpPr/>
          <p:nvPr/>
        </p:nvSpPr>
        <p:spPr>
          <a:xfrm>
            <a:off x="8348472" y="313639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PLATNOSCI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48472" y="361188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platnosci do zamowien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489704"/>
            <a:ext cx="3621024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489704"/>
            <a:ext cx="82296" cy="1371600"/>
          </a:xfrm>
          <a:prstGeom prst="rect">
            <a:avLst/>
          </a:prstGeom>
          <a:solidFill>
            <a:srgbClr val="0E9E8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67258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RECENZJE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77240" y="514807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oceny produktow (1-5)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34256" y="4489704"/>
            <a:ext cx="3621024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34256" y="4489704"/>
            <a:ext cx="82296" cy="1371600"/>
          </a:xfrm>
          <a:prstGeom prst="rect">
            <a:avLst/>
          </a:prstGeom>
          <a:solidFill>
            <a:srgbClr val="0E9E8F"/>
          </a:solidFill>
          <a:ln/>
        </p:spPr>
      </p:sp>
      <p:sp>
        <p:nvSpPr>
          <p:cNvPr id="35" name="Text 33"/>
          <p:cNvSpPr/>
          <p:nvPr/>
        </p:nvSpPr>
        <p:spPr>
          <a:xfrm>
            <a:off x="4562856" y="467258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LOG_OPERACJI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62856" y="514807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audyt z triggerow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5961888"/>
            <a:ext cx="2715768" cy="731520"/>
          </a:xfrm>
          <a:prstGeom prst="rect">
            <a:avLst/>
          </a:prstGeom>
          <a:solidFill>
            <a:srgbClr val="16243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77240" y="5961888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1783080" y="596188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429000" y="5961888"/>
            <a:ext cx="2715768" cy="731520"/>
          </a:xfrm>
          <a:prstGeom prst="rect">
            <a:avLst/>
          </a:prstGeom>
          <a:solidFill>
            <a:srgbClr val="16243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657600" y="5961888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4663440" y="596188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sekwencji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09360" y="5961888"/>
            <a:ext cx="2715768" cy="731520"/>
          </a:xfrm>
          <a:prstGeom prst="rect">
            <a:avLst/>
          </a:prstGeom>
          <a:solidFill>
            <a:srgbClr val="16243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537960" y="5961888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7543800" y="596188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statusow zamowien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189720" y="5961888"/>
            <a:ext cx="2715768" cy="731520"/>
          </a:xfrm>
          <a:prstGeom prst="rect">
            <a:avLst/>
          </a:prstGeom>
          <a:solidFill>
            <a:srgbClr val="16243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418320" y="5961888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1-N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10424160" y="596188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relacje + indeksy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Powiazania miedzy tabelami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Glowny przeplyw danych w zamowieniu: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2286000" cy="1005840"/>
          </a:xfrm>
          <a:prstGeom prst="roundRect">
            <a:avLst>
              <a:gd name="adj" fmla="val 10909"/>
            </a:avLst>
          </a:prstGeom>
          <a:solidFill>
            <a:srgbClr val="16243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11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08960" y="20116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9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-&gt;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0" y="2011680"/>
            <a:ext cx="2286000" cy="1005840"/>
          </a:xfrm>
          <a:prstGeom prst="roundRect">
            <a:avLst>
              <a:gd name="adj" fmla="val 10909"/>
            </a:avLst>
          </a:prstGeom>
          <a:solidFill>
            <a:srgbClr val="16243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2011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ZAMOWIENIE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0" y="20116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9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-&gt;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92240" y="2011680"/>
            <a:ext cx="2286000" cy="1005840"/>
          </a:xfrm>
          <a:prstGeom prst="roundRect">
            <a:avLst>
              <a:gd name="adj" fmla="val 10909"/>
            </a:avLst>
          </a:prstGeom>
          <a:solidFill>
            <a:srgbClr val="16243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2011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POZYCJE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78240" y="20116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9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-&gt;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326880" y="2011680"/>
            <a:ext cx="2286000" cy="1005840"/>
          </a:xfrm>
          <a:prstGeom prst="roundRect">
            <a:avLst>
              <a:gd name="adj" fmla="val 10909"/>
            </a:avLst>
          </a:prstGeom>
          <a:solidFill>
            <a:srgbClr val="16243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0" y="2011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PRODUKT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1106424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3675888"/>
            <a:ext cx="182880" cy="182880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356616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KLIENCI 1 - N ZAMOWIENIA  (klient sklada wiele zamowien)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68680" y="4114800"/>
            <a:ext cx="182880" cy="182880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4005072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ZAMOWIENIA 1 - N POZYCJE_ZAMOWIENIA 1 - 1 PRODUKTY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68680" y="4553712"/>
            <a:ext cx="182880" cy="182880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4443984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ZAMOWIENIA 1 - N PLATNOSCI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8680" y="4992624"/>
            <a:ext cx="182880" cy="182880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4882896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PRODUKTY 1 - N RECENZJE N - 1 KLIENCI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68680" y="5431536"/>
            <a:ext cx="182880" cy="182880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27" name="Text 25"/>
          <p:cNvSpPr/>
          <p:nvPr/>
        </p:nvSpPr>
        <p:spPr>
          <a:xfrm>
            <a:off x="1188720" y="532180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 1 - N KATEGORIE (drzewo) oraz 1 - N PRODUKTY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68680" y="5870448"/>
            <a:ext cx="182880" cy="182880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57607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LOG_OPERACJI - wypelniany automatycznie przez triggery audytowe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Pakiety PL/SQL (logika aplikacji)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76656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002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P_ZAMOWIENIA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zloz_zamowienie()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8620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tworzy zamowienie, zwraca ID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807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dodaj_pozycje()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86200" y="2807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dodaje produkt, kopiuje cene, sprawdza stan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4655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zmien_status()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886200" y="34655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dozwolonych przejsc statusu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1239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anuluj_zamowienie()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886200" y="4123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anuluje i zwraca towar na magazyn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7823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oblicz_sume_zamowienia()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886200" y="4782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liczaca sume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5440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dodaj_platnosc()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86200" y="5440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rejestruje platnosc, ustawia OPLACONE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89520" y="1371600"/>
            <a:ext cx="402336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6384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P_KLIENCI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86384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rejestruj()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863840" y="2468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zaklada konto klienta (haslo juz zahaszowane bcryptem)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6384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Wlasne wyjatki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63840" y="37947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-20001  klient nieaktywny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-20002  produkt nieaktywny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-20003  brak na stanie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-20004  zly status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-20005  brak zamowienia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-20006  email zajety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Triggery - automatyzacja i audyt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21024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Kontrola stanu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dodaniu pozycji sprawdza, czy starczy towaru. Brak -&gt; blad -20003.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25112" y="1554480"/>
            <a:ext cx="3621024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1874520"/>
            <a:ext cx="640080" cy="640080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45152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Zdejmowanie po oplaceniu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45152" y="36118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status zmienia sie na OPLACONE, stan magazynowy maleje. Anulowanie zwraca towar.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101584" y="1554480"/>
            <a:ext cx="3621024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21624" y="1874520"/>
            <a:ext cx="640080" cy="640080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17" name="Text 15"/>
          <p:cNvSpPr/>
          <p:nvPr/>
        </p:nvSpPr>
        <p:spPr>
          <a:xfrm>
            <a:off x="8421624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421624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Audyt do LOG_OPERACJI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21624" y="36118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Kazdy INSERT/UPDATE/DELETE na kluczowych tabelach zapisuje wpis z USER i czasem.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Triggery audytowe zapisuja do osobnej tabeli (LOG_OPERACJI) - brak problemu mutating table.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i uprawnienia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Uprawnienia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rola_klient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katalog (widok v_katalog), zakupy przez P_ZAMOWIENIA, rejestracja przez P_KLIENCI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rola_pracownik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 klient + podglad wszystkich zamowien, zmiana statusow, podglad produktow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rola_admin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 pracownik + zarzadzanie produktami/kategoriami, kontami i podglad logu operacji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Bezpieczenstwo realizowane przez ROLE + WIDOKI (zgodnie z materialami z wykladu - bez VPD/kontekstow).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Aplikacja kliencka (Flask)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400800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28800"/>
            <a:ext cx="256032" cy="256032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01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7099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produktow z filtrem kategorii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68680" y="2542032"/>
            <a:ext cx="256032" cy="256032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14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423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Strona produktu z recenzjami i ocenami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68680" y="3255264"/>
            <a:ext cx="256032" cy="256032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27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1363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Koszyk i skladanie zamowienia (przez pakiet)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68680" y="3968496"/>
            <a:ext cx="256032" cy="256032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84962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Logowanie / rejestracja - hasla bcrypt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68680" y="4681728"/>
            <a:ext cx="256032" cy="256032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54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456285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pracownika/admina: produkty, zamowienia, log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68680" y="5394960"/>
            <a:ext cx="256032" cy="256032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367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527608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Rozdzielenie widokow wg roli uzytkownika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223760" y="1463040"/>
            <a:ext cx="4389120" cy="4754880"/>
          </a:xfrm>
          <a:prstGeom prst="rect">
            <a:avLst/>
          </a:prstGeom>
          <a:solidFill>
            <a:srgbClr val="16243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Kluczowa zasada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98080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Aplikacja nie uzywa ORM.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98080" y="30175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operacje zapisujace (zamowienia, platnosci, rejestracja, zmiana statusu) wykonywane sa przez wywolania pakietow PL/SQL.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Testy i scenariusze demonstracyjne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00784"/>
            <a:ext cx="548640" cy="548640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00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Zlozenie i oplacenie zamowienia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0" y="1554480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stan magazynowy maleje automatycznie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487168"/>
            <a:ext cx="110642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633472"/>
            <a:ext cx="548640" cy="548640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2487168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Anulowanie oplaconego zamowienia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0" y="2487168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towar wraca na magazyn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19856"/>
            <a:ext cx="110642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566160"/>
            <a:ext cx="548640" cy="548640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3419856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 zakupu ponad stan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3419856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zglaszany wyjatek -20003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352544"/>
            <a:ext cx="110642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498848"/>
            <a:ext cx="548640" cy="548640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498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54480" y="4352544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Niedozwolona zmiana statusu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0" y="4352544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zglaszany wyjatek -20004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285232"/>
            <a:ext cx="110642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431536"/>
            <a:ext cx="548640" cy="548640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431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54480" y="5285232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Operacje na danych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15200" y="5285232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wpisy pojawiaja sie w LOG_OPERACJI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Podzial pracy w grupie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309360"/>
                <a:gridCol w="14630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Czlonek grupy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prac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Wklad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[Imie Nazwisko]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schemat bazy, pakiety, triggery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[Imie Nazwisko]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role, aplikacja Flask, testy, prezentacja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(uzupelnic imionami i ewentualnie skorygowac procenty)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E2F5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Podsumowanie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2057400"/>
            <a:ext cx="274320" cy="274320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Znormalizowany schemat z nazwanymi constraintami i indeksami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715768"/>
            <a:ext cx="274320" cy="274320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5786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Pakiety PL/SQL z funkcjami, procedurami i wlasnymi wyjatkami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374136"/>
            <a:ext cx="274320" cy="274320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23697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Triggery: kontrola magazynu, automatyzacja, audyt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032504"/>
            <a:ext cx="274320" cy="274320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89534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role uzytkownikow z roznymi uprawnieniami + widoki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4690872"/>
            <a:ext cx="274320" cy="274320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5537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Aplikacja webowa rozmawiajaca z baza tylko przez pakiety (bez ORM)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Dziekujemy za uwage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TechSklep - projekt PL/SQL</dc:title>
  <dc:subject>PptxGenJS Presentation</dc:subject>
  <dc:creator>Grupa projektowa</dc:creator>
  <cp:lastModifiedBy>Grupa projektowa</cp:lastModifiedBy>
  <cp:revision>1</cp:revision>
  <dcterms:created xsi:type="dcterms:W3CDTF">2026-06-11T17:44:56Z</dcterms:created>
  <dcterms:modified xsi:type="dcterms:W3CDTF">2026-06-11T17:44:56Z</dcterms:modified>
</cp:coreProperties>
</file>